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spAutoFit/>
          </a:bodyPr>
          <a:lstStyle/>
          <a:p>
            <a:r>
              <a:rPr sz="4400" b="1">
                <a:solidFill>
                  <a:srgbClr val="000000"/>
                </a:solidFill>
              </a:rP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spAutoFit/>
          </a:bodyPr>
          <a:lstStyle/>
          <a:p>
            <a:r>
              <a:rPr sz="2800">
                <a:solidFill>
                  <a:srgbClr val="323232"/>
                </a:solidFill>
              </a:rPr>
              <a:t>An Informative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1. Introduction to Artificial Intelligence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2. What is Artificial Intelligence?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3. A Brief History of AI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4. Core Concepts of AI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5. Types of AI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6. Applications of AI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7. Challenges and Ethical Considerations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8. The Future of AI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9. Summary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10. Any Questions?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11. Thank You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What is Artificial Intelligence?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Definition of AI: Machines simulating human intelligence to perform cognitive functions.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Goal: Enable machines to think, learn, reason, perceive, and problem-solve like humans.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Examples: Speech recognition (Siri, Alexa), decision-making systems, visual perception (facial recognition).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A Brief History of AI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Foundations: Ancient myths of artificial beings, early philosophical inquiries into intelligence.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Turing Test (1950): Alan Turing proposes a test for machine intelligence, a landmark concept.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AI Winters: Periods of reduced funding and interest due to limitations and over-ambitious claims.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Recent Boom: Fueled by advancements in big data, powerful computing, and sophisticated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Core Concepts of AI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Machine Learning (ML): Algorithms learning from data without explicit programming.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Deep Learning (DL): A subset of ML using neural networks with many layers to model complex patterns.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Natural Language Processing (NLP): Enabling machines to understand, interpret, and generate human language.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Computer Vision (CV): Allowing machines to 'see', interpret, and understand visual information from images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Types of AI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Narrow AI (ANI) / Weak AI: Designed and trained for specific tasks (e.g., Siri, self-driving cars).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General AI (AGI) / Strong AI: Hypothetical AI with human-level intelligence across multiple cognitive tasks.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Superintelligence (ASI): Hypothetical AI surpassing human intellect and capabilities across virtually all d...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Reactive Machines: Basic AI, no memory or learning (e.g., Deep Blue chess program).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Limited Memory: Can use past experiences to inform future decisions (e.g., autonomous vehicles).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Applications of AI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Healthcare: Diagnostics, personalized medicine, drug discovery, predictive analytics for outbreaks.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Finance: Fraud detection, algorithmic trading, credit scoring, personalized financial advice.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Autonomous Vehicles: Self-driving cars, drones for delivery and surveillance.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Customer Service: Chatbots, virtual assistants, automated support systems.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Manufacturing: Predictive maintenance, quality control, robotic automation.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Challenges and Ethical Considerations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Bias in Data: AI models can perpetuate or amplify existing societal biases present in training data.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Job Displacement: Automation and AI potentially replacing human jobs across various sectors.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Privacy Concerns: Extensive data collection and analysis raise questions about individual privacy.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Accountability: Determining responsibility for decisions made or errors committed by AI systems.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Security Risks: AI systems can be vulnerable to attacks, leading to manipulation or misuse.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The Future of AI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Continued Rapid Advancement: AI technologies will keep evolving at an accelerating pace.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Integration into Daily Life: AI will become even more ubiquitous, embedded in devices and services.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Potential for Solving Global Issues: AI can contribute to solutions for climate change, disease, and poverty.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Need for Responsible Development: Emphasizing ethical guidelines, fairness, and transparency.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AI will Reshape Industries: From healthcare to entertainment, AI will transform how we work and live.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sz="3600" b="1">
                <a:solidFill>
                  <a:srgbClr val="000000"/>
                </a:solidFill>
              </a:rPr>
              <a:t>Summary 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spAutoFit/>
          </a:bodyPr>
          <a:lstStyle/>
          <a:p/>
          <a:p>
            <a:pPr>
              <a:defRPr sz="2400" b="0">
                <a:solidFill>
                  <a:srgbClr val="000000"/>
                </a:solidFill>
              </a:defRPr>
            </a:pPr>
            <a:r>
              <a:t>Artificial Intelligence (AI) simulates human intelligence for cognitive tasks.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Key sub-fields include Machine Learning, Deep Learning, NLP, and Computer Vision.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AI has widespread applications across healthcare, finance, automotive, and more.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Challenges like bias and job displacement require careful ethical consideration and responsible development.</a:t>
            </a:r>
          </a:p>
          <a:p>
            <a:pPr>
              <a:defRPr sz="2400" b="0">
                <a:solidFill>
                  <a:srgbClr val="000000"/>
                </a:solidFill>
              </a:defRPr>
            </a:pPr>
            <a:r>
              <a:t>The future promises pervasive AI integration and its potential to solve complex global issues.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Any Questions?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00000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